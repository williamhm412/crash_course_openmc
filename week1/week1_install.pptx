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9" r:id="rId2"/>
    <p:sldId id="271" r:id="rId3"/>
    <p:sldId id="258" r:id="rId4"/>
    <p:sldId id="257" r:id="rId5"/>
    <p:sldId id="270" r:id="rId6"/>
    <p:sldId id="259" r:id="rId7"/>
    <p:sldId id="261" r:id="rId8"/>
    <p:sldId id="260" r:id="rId9"/>
    <p:sldId id="262" r:id="rId10"/>
    <p:sldId id="264" r:id="rId11"/>
    <p:sldId id="265" r:id="rId12"/>
    <p:sldId id="266" r:id="rId13"/>
    <p:sldId id="267" r:id="rId14"/>
    <p:sldId id="268" r:id="rId15"/>
    <p:sldId id="26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95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605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5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345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40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346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70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109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783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973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378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89347157-CD57-42FD-AB37-70B70B85F13E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339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ubuntu.com/tutorials/command-line-for-beginners#1-overview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illiamhm412/crash_course_openmc" TargetMode="External"/><Relationship Id="rId2" Type="http://schemas.openxmlformats.org/officeDocument/2006/relationships/hyperlink" Target="https://docs.openmc.org/en/stable/usersguide/install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repo.anaconda.com/miniconda/Miniconda3-latest-Linux-x86_64.sh%20-O%20~/miniconda3/miniconda.sh" TargetMode="External"/><Relationship Id="rId2" Type="http://schemas.openxmlformats.org/officeDocument/2006/relationships/hyperlink" Target="https://www.anaconda.com/docs/getting-started/miniconda/install#linux-2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mc.org/data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9936-F8B9-BC00-CFA1-05BE03AF8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Helpful links / search queries / things to do before meeting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568EB-5397-A384-11F6-07544E649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https://ubuntu.com/tutorials/command-line-for-beginners#1-overview</a:t>
            </a:r>
            <a:endParaRPr lang="en-US" dirty="0"/>
          </a:p>
          <a:p>
            <a:r>
              <a:rPr lang="en-US" dirty="0"/>
              <a:t>Search for a crash course in Python (not to learn it all of course, but to get a basic idea of how python generally works)</a:t>
            </a:r>
          </a:p>
        </p:txBody>
      </p:sp>
    </p:spTree>
    <p:extLst>
      <p:ext uri="{BB962C8B-B14F-4D97-AF65-F5344CB8AC3E}">
        <p14:creationId xmlns:p14="http://schemas.microsoft.com/office/powerpoint/2010/main" val="888448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DFA4-8FE5-63C4-598D-6DFE3B492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DDC8B-7B76-5276-1DE2-F974BA9E2D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OpenMC is cool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F3B879-1CB4-8E49-6E94-654C7403B1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Week 1 – Installation</a:t>
            </a:r>
          </a:p>
          <a:p>
            <a:r>
              <a:rPr lang="en-US" dirty="0"/>
              <a:t>*note: some of the “-” characters are rendering as </a:t>
            </a:r>
            <a:r>
              <a:rPr lang="en-US" dirty="0" err="1"/>
              <a:t>em</a:t>
            </a:r>
            <a:r>
              <a:rPr lang="en-US" dirty="0"/>
              <a:t> dashes instead of </a:t>
            </a:r>
            <a:r>
              <a:rPr lang="en-US" dirty="0" err="1"/>
              <a:t>en</a:t>
            </a:r>
            <a:r>
              <a:rPr lang="en-US" dirty="0"/>
              <a:t> dashes, so beware of that when copying from this 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423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0A201-1398-99CA-A290-AC4C8A7AB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0"/>
            <a:ext cx="10058400" cy="1609344"/>
          </a:xfrm>
        </p:spPr>
        <p:txBody>
          <a:bodyPr/>
          <a:lstStyle/>
          <a:p>
            <a:r>
              <a:rPr lang="en-US" dirty="0"/>
              <a:t>Install openmc onto your machine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B11C5-D32C-7830-E342-DA50D5AC6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609344"/>
            <a:ext cx="10058400" cy="502005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What is OpenMC?</a:t>
            </a:r>
          </a:p>
          <a:p>
            <a:r>
              <a:rPr lang="en-US" dirty="0"/>
              <a:t>We’ll get to that later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What is our end goal for this crash course?</a:t>
            </a:r>
          </a:p>
          <a:p>
            <a:r>
              <a:rPr lang="en-US" dirty="0"/>
              <a:t>Everyone understands the basics of using openmc</a:t>
            </a:r>
          </a:p>
          <a:p>
            <a:r>
              <a:rPr lang="en-US" dirty="0"/>
              <a:t>Everyone understands the basics of how openmc works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What is our end goal for this week?</a:t>
            </a:r>
          </a:p>
          <a:p>
            <a:r>
              <a:rPr lang="en-US" dirty="0"/>
              <a:t>Getting all the things we need on everyone’s computer</a:t>
            </a:r>
          </a:p>
          <a:p>
            <a:r>
              <a:rPr lang="en-US" dirty="0"/>
              <a:t>It’ll be step by step, (largely taken from this link):</a:t>
            </a:r>
            <a:endParaRPr lang="en-US" dirty="0">
              <a:hlinkClick r:id="rId2"/>
            </a:endParaRPr>
          </a:p>
          <a:p>
            <a:pPr lvl="1"/>
            <a:r>
              <a:rPr lang="en-US" dirty="0">
                <a:hlinkClick r:id="rId2"/>
              </a:rPr>
              <a:t>https://docs.openmc.org/en/stable/usersguide/install.html</a:t>
            </a:r>
            <a:endParaRPr lang="en-US" dirty="0"/>
          </a:p>
          <a:p>
            <a:r>
              <a:rPr lang="en-US" dirty="0"/>
              <a:t>My </a:t>
            </a:r>
            <a:r>
              <a:rPr lang="en-US" dirty="0" err="1"/>
              <a:t>github</a:t>
            </a:r>
            <a:r>
              <a:rPr lang="en-US" dirty="0"/>
              <a:t> repository can be found at this link (contains this </a:t>
            </a:r>
            <a:r>
              <a:rPr lang="en-US" dirty="0" err="1"/>
              <a:t>powerpoint</a:t>
            </a:r>
            <a:r>
              <a:rPr lang="en-US"/>
              <a:t>):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https://github.com/williamhm412/crash_course_openmc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548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F6F23-BB15-E548-E80C-0EB390E15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WSL (Windows 11)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9133B-54BE-D82E-A078-17EFA05B7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Find the settings “Turn Windows features on or off”</a:t>
            </a:r>
          </a:p>
          <a:p>
            <a:pPr marL="0" indent="0">
              <a:buNone/>
            </a:pPr>
            <a:r>
              <a:rPr lang="en-US" dirty="0"/>
              <a:t>Make Sure “Windows Subsystem for Linux” is enabled</a:t>
            </a:r>
          </a:p>
          <a:p>
            <a:pPr marL="0" indent="0">
              <a:buNone/>
            </a:pPr>
            <a:r>
              <a:rPr lang="en-US" dirty="0"/>
              <a:t>Open windows </a:t>
            </a:r>
            <a:r>
              <a:rPr lang="en-US" dirty="0" err="1"/>
              <a:t>Powershell</a:t>
            </a:r>
            <a:endParaRPr lang="en-US" dirty="0"/>
          </a:p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wsl</a:t>
            </a:r>
            <a:r>
              <a:rPr lang="en-US" dirty="0">
                <a:latin typeface="Bahnschrift Light" panose="020B0502040204020203" pitchFamily="34" charset="0"/>
              </a:rPr>
              <a:t> --install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  should by default install </a:t>
            </a:r>
            <a:r>
              <a:rPr lang="en-US" dirty="0" err="1">
                <a:sym typeface="Wingdings" panose="05000000000000000000" pitchFamily="2" charset="2"/>
              </a:rPr>
              <a:t>wsl</a:t>
            </a:r>
            <a:r>
              <a:rPr lang="en-US" dirty="0">
                <a:sym typeface="Wingdings" panose="05000000000000000000" pitchFamily="2" charset="2"/>
              </a:rPr>
              <a:t> 2 on your computer with ubuntu (default)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444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5F552-1207-242E-1C92-4F86CDDBA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Clone the git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9768E-13EA-6E99-7A24-111C671F7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mkdir</a:t>
            </a:r>
            <a:r>
              <a:rPr lang="en-US" dirty="0">
                <a:latin typeface="Bahnschrift Light" panose="020B0502040204020203" pitchFamily="34" charset="0"/>
              </a:rPr>
              <a:t> ~/openmc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	</a:t>
            </a:r>
            <a:r>
              <a:rPr lang="en-US" dirty="0">
                <a:sym typeface="Wingdings" panose="05000000000000000000" pitchFamily="2" charset="2"/>
              </a:rPr>
              <a:t>  creates a directory in your home directory called openmc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cd ~/openmc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	</a:t>
            </a:r>
            <a:r>
              <a:rPr lang="en-US" dirty="0">
                <a:sym typeface="Wingdings" panose="05000000000000000000" pitchFamily="2" charset="2"/>
              </a:rPr>
              <a:t>  moves you to be in that directory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git clone https://github.com/williamhm412/crash_course_openmc.git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	</a:t>
            </a:r>
            <a:r>
              <a:rPr lang="en-US" dirty="0">
                <a:sym typeface="Wingdings" panose="05000000000000000000" pitchFamily="2" charset="2"/>
              </a:rPr>
              <a:t>  creates a repo with the class ppts and code called </a:t>
            </a:r>
            <a:r>
              <a:rPr lang="en-US" dirty="0" err="1">
                <a:sym typeface="Wingdings" panose="05000000000000000000" pitchFamily="2" charset="2"/>
              </a:rPr>
              <a:t>crash_course_openmc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/>
              <a:t>From here on out when you want to get updated files type (from the repository):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git pull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808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0A659-B69E-614A-4D31-510B4BE36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41513"/>
            <a:ext cx="10058400" cy="751114"/>
          </a:xfrm>
        </p:spPr>
        <p:txBody>
          <a:bodyPr>
            <a:normAutofit fontScale="90000"/>
          </a:bodyPr>
          <a:lstStyle/>
          <a:p>
            <a:r>
              <a:rPr lang="en-US" dirty="0"/>
              <a:t>Download Miniconda in WSL </a:t>
            </a:r>
            <a:br>
              <a:rPr lang="en-US" dirty="0"/>
            </a:br>
            <a:r>
              <a:rPr lang="en-US" sz="2000" dirty="0">
                <a:hlinkClick r:id="rId2"/>
              </a:rPr>
              <a:t>https://www.anaconda.com/docs/getting-started/miniconda/install#linux-2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0DB65-D743-643C-A39A-ED3B89449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132115"/>
            <a:ext cx="10058400" cy="55843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mkdir</a:t>
            </a:r>
            <a:r>
              <a:rPr lang="en-US" dirty="0">
                <a:latin typeface="Bahnschrift Light" panose="020B0502040204020203" pitchFamily="34" charset="0"/>
              </a:rPr>
              <a:t> -p ~/miniconda3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Makes directory in the home </a:t>
            </a:r>
            <a:r>
              <a:rPr lang="en-US" dirty="0" err="1">
                <a:sym typeface="Wingdings" panose="05000000000000000000" pitchFamily="2" charset="2"/>
              </a:rPr>
              <a:t>dir</a:t>
            </a:r>
            <a:r>
              <a:rPr lang="en-US" dirty="0">
                <a:sym typeface="Wingdings" panose="05000000000000000000" pitchFamily="2" charset="2"/>
              </a:rPr>
              <a:t> called miniconda3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wget</a:t>
            </a:r>
            <a:r>
              <a:rPr lang="en-US" dirty="0">
                <a:latin typeface="Bahnschrift Light" panose="020B0502040204020203" pitchFamily="34" charset="0"/>
              </a:rPr>
              <a:t> </a:t>
            </a:r>
            <a:r>
              <a:rPr lang="en-US" dirty="0">
                <a:latin typeface="Bahnschrift Light" panose="020B0502040204020203" pitchFamily="34" charset="0"/>
                <a:hlinkClick r:id="rId3"/>
              </a:rPr>
              <a:t>https://repo.anaconda.com/miniconda/Miniconda3-latest-Linux-x86_64.sh -O ~/miniconda3/miniconda.sh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Goes to the </a:t>
            </a:r>
            <a:r>
              <a:rPr lang="en-US" dirty="0" err="1">
                <a:sym typeface="Wingdings" panose="05000000000000000000" pitchFamily="2" charset="2"/>
              </a:rPr>
              <a:t>minconda</a:t>
            </a:r>
            <a:r>
              <a:rPr lang="en-US" dirty="0">
                <a:sym typeface="Wingdings" panose="05000000000000000000" pitchFamily="2" charset="2"/>
              </a:rPr>
              <a:t> website and downloads the installer (bash file)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bash ~/miniconda3/miniconda.sh -b -u -p ~/miniconda3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Runs the bash script to install </a:t>
            </a:r>
            <a:r>
              <a:rPr lang="en-US" dirty="0" err="1">
                <a:sym typeface="Wingdings" panose="05000000000000000000" pitchFamily="2" charset="2"/>
              </a:rPr>
              <a:t>conda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rm ~/miniconda3/miniconda.sh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Removes the used install bash script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source ~/miniconda3/bin/activate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makes it so that your </a:t>
            </a:r>
            <a:r>
              <a:rPr lang="en-US" dirty="0" err="1">
                <a:sym typeface="Wingdings" panose="05000000000000000000" pitchFamily="2" charset="2"/>
              </a:rPr>
              <a:t>conda</a:t>
            </a:r>
            <a:r>
              <a:rPr lang="en-US" dirty="0">
                <a:sym typeface="Wingdings" panose="05000000000000000000" pitchFamily="2" charset="2"/>
              </a:rPr>
              <a:t> is active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conda</a:t>
            </a:r>
            <a:r>
              <a:rPr lang="en-US" dirty="0">
                <a:latin typeface="Bahnschrift Light" panose="020B0502040204020203" pitchFamily="34" charset="0"/>
              </a:rPr>
              <a:t> </a:t>
            </a:r>
            <a:r>
              <a:rPr lang="en-US" dirty="0" err="1">
                <a:latin typeface="Bahnschrift Light" panose="020B0502040204020203" pitchFamily="34" charset="0"/>
              </a:rPr>
              <a:t>init</a:t>
            </a:r>
            <a:r>
              <a:rPr lang="en-US" dirty="0">
                <a:latin typeface="Bahnschrift Light" panose="020B0502040204020203" pitchFamily="34" charset="0"/>
              </a:rPr>
              <a:t> –all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Make it active in all instances</a:t>
            </a:r>
            <a:endParaRPr lang="en-US" dirty="0">
              <a:latin typeface="Bahnschrift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095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F1F9-4C67-BF28-3596-79470FAE1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Conda-forge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37671-B553-707F-5398-C936914B8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conda</a:t>
            </a:r>
            <a:r>
              <a:rPr lang="en-US" dirty="0">
                <a:latin typeface="Bahnschrift Light" panose="020B0502040204020203" pitchFamily="34" charset="0"/>
              </a:rPr>
              <a:t> config --add channels </a:t>
            </a:r>
            <a:r>
              <a:rPr lang="en-US" dirty="0" err="1">
                <a:latin typeface="Bahnschrift Light" panose="020B0502040204020203" pitchFamily="34" charset="0"/>
              </a:rPr>
              <a:t>conda</a:t>
            </a:r>
            <a:r>
              <a:rPr lang="en-US" dirty="0">
                <a:latin typeface="Bahnschrift Light" panose="020B0502040204020203" pitchFamily="34" charset="0"/>
              </a:rPr>
              <a:t>-forge</a:t>
            </a:r>
          </a:p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conda</a:t>
            </a:r>
            <a:r>
              <a:rPr lang="en-US" dirty="0">
                <a:latin typeface="Bahnschrift Light" panose="020B0502040204020203" pitchFamily="34" charset="0"/>
              </a:rPr>
              <a:t> config --set </a:t>
            </a:r>
            <a:r>
              <a:rPr lang="en-US" dirty="0" err="1">
                <a:latin typeface="Bahnschrift Light" panose="020B0502040204020203" pitchFamily="34" charset="0"/>
              </a:rPr>
              <a:t>channel_priority</a:t>
            </a:r>
            <a:r>
              <a:rPr lang="en-US" dirty="0">
                <a:latin typeface="Bahnschrift Light" panose="020B0502040204020203" pitchFamily="34" charset="0"/>
              </a:rPr>
              <a:t> strict</a:t>
            </a:r>
          </a:p>
          <a:p>
            <a:pPr marL="0" indent="0">
              <a:buNone/>
            </a:pP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Makes it so that you can download packages from non-default locations 	(</a:t>
            </a:r>
            <a:r>
              <a:rPr lang="en-US" dirty="0" err="1">
                <a:sym typeface="Wingdings" panose="05000000000000000000" pitchFamily="2" charset="2"/>
              </a:rPr>
              <a:t>conda</a:t>
            </a:r>
            <a:r>
              <a:rPr lang="en-US" dirty="0">
                <a:sym typeface="Wingdings" panose="05000000000000000000" pitchFamily="2" charset="2"/>
              </a:rPr>
              <a:t>-forge, and changes conflicting package version resolution to favor 	</a:t>
            </a:r>
            <a:r>
              <a:rPr lang="en-US" dirty="0" err="1">
                <a:sym typeface="Wingdings" panose="05000000000000000000" pitchFamily="2" charset="2"/>
              </a:rPr>
              <a:t>conda</a:t>
            </a:r>
            <a:r>
              <a:rPr lang="en-US" dirty="0">
                <a:sym typeface="Wingdings" panose="05000000000000000000" pitchFamily="2" charset="2"/>
              </a:rPr>
              <a:t>-forge packages)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br>
              <a:rPr lang="en-US" dirty="0">
                <a:latin typeface="Bahnschrift Light" panose="020B0502040204020203" pitchFamily="34" charset="0"/>
              </a:rPr>
            </a:br>
            <a:endParaRPr lang="en-US" dirty="0">
              <a:latin typeface="Bahnschrift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7060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5F498-2346-BE91-F914-B9FB1E65A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openmc environment with openmc package installed in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F869-C74C-0D68-7241-1DB4A8094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conda</a:t>
            </a:r>
            <a:r>
              <a:rPr lang="en-US" dirty="0">
                <a:latin typeface="Bahnschrift Light" panose="020B0502040204020203" pitchFamily="34" charset="0"/>
              </a:rPr>
              <a:t> create --name openmc-env openmc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Creates virtual env called openmc-env that has the package openmc 	installed in it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conda</a:t>
            </a:r>
            <a:r>
              <a:rPr lang="en-US" dirty="0">
                <a:latin typeface="Bahnschrift Light" panose="020B0502040204020203" pitchFamily="34" charset="0"/>
              </a:rPr>
              <a:t> activate openmc-env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Switches you to the openmc-env environment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This will take a second because it will create the env, and then install 	openmc package and all dependent packages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649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9EC74-2763-EB59-5357-CBE0D12E8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fundamental nuclear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3C3C1-D420-395A-279E-8437F08C3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652530"/>
            <a:ext cx="10058400" cy="45196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mkdir</a:t>
            </a:r>
            <a:r>
              <a:rPr lang="en-US" dirty="0">
                <a:latin typeface="Bahnschrift Light" panose="020B0502040204020203" pitchFamily="34" charset="0"/>
              </a:rPr>
              <a:t> –p ~/openmc/</a:t>
            </a:r>
            <a:r>
              <a:rPr lang="en-US" dirty="0" err="1">
                <a:latin typeface="Bahnschrift Light" panose="020B0502040204020203" pitchFamily="34" charset="0"/>
              </a:rPr>
              <a:t>fundamental_nuclear_data</a:t>
            </a:r>
            <a:r>
              <a:rPr lang="en-US" dirty="0">
                <a:latin typeface="Bahnschrift Light" panose="020B0502040204020203" pitchFamily="34" charset="0"/>
              </a:rPr>
              <a:t>/</a:t>
            </a:r>
            <a:r>
              <a:rPr lang="en-US" dirty="0" err="1">
                <a:latin typeface="Bahnschrift Light" panose="020B0502040204020203" pitchFamily="34" charset="0"/>
              </a:rPr>
              <a:t>depletion_chains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mkdir</a:t>
            </a:r>
            <a:r>
              <a:rPr lang="en-US" dirty="0">
                <a:latin typeface="Bahnschrift Light" panose="020B0502040204020203" pitchFamily="34" charset="0"/>
              </a:rPr>
              <a:t> –p ~/openmc/</a:t>
            </a:r>
            <a:r>
              <a:rPr lang="en-US" dirty="0" err="1">
                <a:latin typeface="Bahnschrift Light" panose="020B0502040204020203" pitchFamily="34" charset="0"/>
              </a:rPr>
              <a:t>fundamental_nuclear_data</a:t>
            </a:r>
            <a:r>
              <a:rPr lang="en-US" dirty="0">
                <a:latin typeface="Bahnschrift Light" panose="020B0502040204020203" pitchFamily="34" charset="0"/>
              </a:rPr>
              <a:t>/</a:t>
            </a:r>
            <a:r>
              <a:rPr lang="en-US" dirty="0" err="1">
                <a:latin typeface="Bahnschrift Light" panose="020B0502040204020203" pitchFamily="34" charset="0"/>
              </a:rPr>
              <a:t>x_section_data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make directories to put the data in</a:t>
            </a: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https://openmc.org/data/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  download official release of ENDF VII.1 and the Fast spectrum depletion 	chains for VII.1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put the x-sections in </a:t>
            </a:r>
            <a:r>
              <a:rPr lang="en-US" dirty="0" err="1">
                <a:sym typeface="Wingdings" panose="05000000000000000000" pitchFamily="2" charset="2"/>
              </a:rPr>
              <a:t>x_section_data</a:t>
            </a:r>
            <a:r>
              <a:rPr lang="en-US" dirty="0">
                <a:sym typeface="Wingdings" panose="05000000000000000000" pitchFamily="2" charset="2"/>
              </a:rPr>
              <a:t> directory, and depletion chains in 	</a:t>
            </a:r>
            <a:r>
              <a:rPr lang="en-US" dirty="0" err="1">
                <a:sym typeface="Wingdings" panose="05000000000000000000" pitchFamily="2" charset="2"/>
              </a:rPr>
              <a:t>depletion_chains</a:t>
            </a:r>
            <a:r>
              <a:rPr lang="en-US" dirty="0">
                <a:sym typeface="Wingdings" panose="05000000000000000000" pitchFamily="2" charset="2"/>
              </a:rPr>
              <a:t> directory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cd ~/openmc/</a:t>
            </a:r>
            <a:r>
              <a:rPr lang="en-US" dirty="0" err="1">
                <a:latin typeface="Bahnschrift Light" panose="020B0502040204020203" pitchFamily="34" charset="0"/>
              </a:rPr>
              <a:t>fundamental_nuclear_data</a:t>
            </a:r>
            <a:r>
              <a:rPr lang="en-US" dirty="0">
                <a:latin typeface="Bahnschrift Light" panose="020B0502040204020203" pitchFamily="34" charset="0"/>
              </a:rPr>
              <a:t>/</a:t>
            </a:r>
            <a:r>
              <a:rPr lang="en-US" dirty="0" err="1">
                <a:latin typeface="Bahnschrift Light" panose="020B0502040204020203" pitchFamily="34" charset="0"/>
              </a:rPr>
              <a:t>x_section_data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  <a:sym typeface="Wingdings" panose="05000000000000000000" pitchFamily="2" charset="2"/>
              </a:rPr>
              <a:t>	</a:t>
            </a:r>
            <a:r>
              <a:rPr lang="en-US" dirty="0">
                <a:sym typeface="Wingdings" panose="05000000000000000000" pitchFamily="2" charset="2"/>
              </a:rPr>
              <a:t>  moves you to the directory where your data is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tar –</a:t>
            </a:r>
            <a:r>
              <a:rPr lang="en-US" dirty="0" err="1">
                <a:latin typeface="Bahnschrift Light" panose="020B0502040204020203" pitchFamily="34" charset="0"/>
              </a:rPr>
              <a:t>xf</a:t>
            </a:r>
            <a:r>
              <a:rPr lang="en-US" dirty="0">
                <a:latin typeface="Bahnschrift Light" panose="020B0502040204020203" pitchFamily="34" charset="0"/>
              </a:rPr>
              <a:t> endfb71.tar.xz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	</a:t>
            </a:r>
            <a:r>
              <a:rPr lang="en-US" dirty="0">
                <a:sym typeface="Wingdings" panose="05000000000000000000" pitchFamily="2" charset="2"/>
              </a:rPr>
              <a:t>  unpacks the data from the </a:t>
            </a:r>
            <a:r>
              <a:rPr lang="en-US" dirty="0" err="1">
                <a:sym typeface="Wingdings" panose="05000000000000000000" pitchFamily="2" charset="2"/>
              </a:rPr>
              <a:t>tar.xz</a:t>
            </a:r>
            <a:r>
              <a:rPr lang="en-US" dirty="0">
                <a:sym typeface="Wingdings" panose="05000000000000000000" pitchFamily="2" charset="2"/>
              </a:rPr>
              <a:t> files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267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9D2A6-8C0E-0790-AE54-ABA3C3253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0456D-B78C-0C1D-5390-F3057BFBA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540" y="1685581"/>
            <a:ext cx="11732964" cy="50897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rm endfb71.tar.xz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  delete the used compressed file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Add the x-sections and chains to your .</a:t>
            </a:r>
            <a:r>
              <a:rPr lang="en-US" dirty="0" err="1"/>
              <a:t>bashrc</a:t>
            </a:r>
            <a:r>
              <a:rPr lang="en-US" dirty="0"/>
              <a:t> file (set as environment variables)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nano ~/.</a:t>
            </a:r>
            <a:r>
              <a:rPr lang="en-US" dirty="0" err="1">
                <a:latin typeface="Bahnschrift Light" panose="020B0502040204020203" pitchFamily="34" charset="0"/>
              </a:rPr>
              <a:t>bashrc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 you’re now editing the .</a:t>
            </a:r>
            <a:r>
              <a:rPr lang="en-US" dirty="0" err="1">
                <a:sym typeface="Wingdings" panose="05000000000000000000" pitchFamily="2" charset="2"/>
              </a:rPr>
              <a:t>bashrc</a:t>
            </a:r>
            <a:r>
              <a:rPr lang="en-US" dirty="0">
                <a:sym typeface="Wingdings" panose="05000000000000000000" pitchFamily="2" charset="2"/>
              </a:rPr>
              <a:t> file located in the home directory (using the nano editor)</a:t>
            </a:r>
          </a:p>
          <a:p>
            <a:pPr marL="0" indent="0">
              <a:buNone/>
            </a:pPr>
            <a:r>
              <a:rPr lang="en-US" dirty="0"/>
              <a:t>Scroll to the very bottom and add these lines:</a:t>
            </a:r>
          </a:p>
          <a:p>
            <a:pPr marL="0" indent="0">
              <a:buNone/>
            </a:pPr>
            <a:r>
              <a:rPr lang="en-US" sz="1600" dirty="0">
                <a:latin typeface="Bahnschrift Light" panose="020B0502040204020203" pitchFamily="34" charset="0"/>
              </a:rPr>
              <a:t>export OPENMC_CROSS_SECTIONS="~/openmc/</a:t>
            </a:r>
            <a:r>
              <a:rPr lang="en-US" sz="1600" dirty="0" err="1">
                <a:latin typeface="Bahnschrift Light" panose="020B0502040204020203" pitchFamily="34" charset="0"/>
              </a:rPr>
              <a:t>fundamental_nuclear_data</a:t>
            </a:r>
            <a:r>
              <a:rPr lang="en-US" sz="1600" dirty="0">
                <a:latin typeface="Bahnschrift Light" panose="020B0502040204020203" pitchFamily="34" charset="0"/>
              </a:rPr>
              <a:t>/</a:t>
            </a:r>
            <a:r>
              <a:rPr lang="en-US" sz="1600" dirty="0" err="1">
                <a:latin typeface="Bahnschrift Light" panose="020B0502040204020203" pitchFamily="34" charset="0"/>
              </a:rPr>
              <a:t>x_section_data</a:t>
            </a:r>
            <a:r>
              <a:rPr lang="en-US" sz="1600" dirty="0">
                <a:latin typeface="Bahnschrift Light" panose="020B0502040204020203" pitchFamily="34" charset="0"/>
              </a:rPr>
              <a:t>/endfb-vii.1-hdf5/cross_sections.xml“</a:t>
            </a:r>
          </a:p>
          <a:p>
            <a:pPr marL="0" indent="0">
              <a:buNone/>
            </a:pPr>
            <a:r>
              <a:rPr lang="en-US" sz="1600" dirty="0">
                <a:latin typeface="Bahnschrift Light" panose="020B0502040204020203" pitchFamily="34" charset="0"/>
              </a:rPr>
              <a:t>export OPENMC_CHAIN_FILE="~/openmc/</a:t>
            </a:r>
            <a:r>
              <a:rPr lang="en-US" sz="1600" dirty="0" err="1">
                <a:latin typeface="Bahnschrift Light" panose="020B0502040204020203" pitchFamily="34" charset="0"/>
              </a:rPr>
              <a:t>fundamental_nuclear_data</a:t>
            </a:r>
            <a:r>
              <a:rPr lang="en-US" sz="1600" dirty="0">
                <a:latin typeface="Bahnschrift Light" panose="020B0502040204020203" pitchFamily="34" charset="0"/>
              </a:rPr>
              <a:t>/</a:t>
            </a:r>
            <a:r>
              <a:rPr lang="en-US" sz="1600" dirty="0" err="1">
                <a:latin typeface="Bahnschrift Light" panose="020B0502040204020203" pitchFamily="34" charset="0"/>
              </a:rPr>
              <a:t>depletion_chains</a:t>
            </a:r>
            <a:r>
              <a:rPr lang="en-US" sz="1600" dirty="0">
                <a:latin typeface="Bahnschrift Light" panose="020B0502040204020203" pitchFamily="34" charset="0"/>
              </a:rPr>
              <a:t>/chain_endfb71_sfr.xml“</a:t>
            </a:r>
          </a:p>
          <a:p>
            <a:pPr marL="0" indent="0">
              <a:buNone/>
            </a:pPr>
            <a:r>
              <a:rPr lang="en-US" sz="1600" dirty="0">
                <a:latin typeface="Bahnschrift Light" panose="020B0502040204020203" pitchFamily="34" charset="0"/>
              </a:rPr>
              <a:t>	</a:t>
            </a:r>
            <a:r>
              <a:rPr lang="en-US" sz="1600" dirty="0"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 These make environment variables so that when you run openmc it can find the data</a:t>
            </a:r>
            <a:endParaRPr lang="en-US" sz="1600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/>
              <a:t>Exit the nano editor: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[ctrl-x] [y] [enter]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9443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7BBED-8FC3-D9D2-D5D8-8F4C6EE1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E12EA-CC54-5557-6EAC-7CA1E0BD2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source ~/.</a:t>
            </a:r>
            <a:r>
              <a:rPr lang="en-US" dirty="0" err="1">
                <a:latin typeface="Bahnschrift Light" panose="020B0502040204020203" pitchFamily="34" charset="0"/>
              </a:rPr>
              <a:t>bashrc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	</a:t>
            </a:r>
            <a:r>
              <a:rPr lang="en-US" dirty="0">
                <a:sym typeface="Wingdings" panose="05000000000000000000" pitchFamily="2" charset="2"/>
              </a:rPr>
              <a:t>  rerun the .</a:t>
            </a:r>
            <a:r>
              <a:rPr lang="en-US" dirty="0" err="1">
                <a:sym typeface="Wingdings" panose="05000000000000000000" pitchFamily="2" charset="2"/>
              </a:rPr>
              <a:t>bashrc</a:t>
            </a:r>
            <a:r>
              <a:rPr lang="en-US" dirty="0">
                <a:sym typeface="Wingdings" panose="05000000000000000000" pitchFamily="2" charset="2"/>
              </a:rPr>
              <a:t> file to set the environment variables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echo $OPENMC_CROSS_SECTIONS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echo $OPENMC_CHAIN_FILE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	</a:t>
            </a:r>
            <a:r>
              <a:rPr lang="en-US" dirty="0">
                <a:sym typeface="Wingdings" panose="05000000000000000000" pitchFamily="2" charset="2"/>
              </a:rPr>
              <a:t>  check to see if the variables were set correctly (it should display the path 	that we set in the .</a:t>
            </a:r>
            <a:r>
              <a:rPr lang="en-US" dirty="0" err="1">
                <a:sym typeface="Wingdings" panose="05000000000000000000" pitchFamily="2" charset="2"/>
              </a:rPr>
              <a:t>bashrc</a:t>
            </a:r>
            <a:r>
              <a:rPr lang="en-US" dirty="0">
                <a:sym typeface="Wingdings" panose="05000000000000000000" pitchFamily="2" charset="2"/>
              </a:rPr>
              <a:t> file)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  <a:sym typeface="Wingdings" panose="05000000000000000000" pitchFamily="2" charset="2"/>
              </a:rPr>
              <a:t>cd ~/openmc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  <a:sym typeface="Wingdings" panose="05000000000000000000" pitchFamily="2" charset="2"/>
              </a:rPr>
              <a:t>	</a:t>
            </a:r>
            <a:r>
              <a:rPr lang="en-US" dirty="0">
                <a:sym typeface="Wingdings" panose="05000000000000000000" pitchFamily="2" charset="2"/>
              </a:rPr>
              <a:t>  navigate to openmc </a:t>
            </a:r>
            <a:r>
              <a:rPr lang="en-US" dirty="0" err="1">
                <a:sym typeface="Wingdings" panose="05000000000000000000" pitchFamily="2" charset="2"/>
              </a:rPr>
              <a:t>dir</a:t>
            </a:r>
            <a:r>
              <a:rPr lang="en-US" dirty="0">
                <a:sym typeface="Wingdings" panose="05000000000000000000" pitchFamily="2" charset="2"/>
              </a:rPr>
              <a:t> (if not already there)</a:t>
            </a:r>
            <a:endParaRPr lang="en-US" dirty="0">
              <a:latin typeface="Bahnschrift Light" panose="020B0502040204020203" pitchFamily="34" charset="0"/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  <a:sym typeface="Wingdings" panose="05000000000000000000" pitchFamily="2" charset="2"/>
              </a:rPr>
              <a:t>mkdir</a:t>
            </a:r>
            <a:r>
              <a:rPr lang="en-US" dirty="0">
                <a:latin typeface="Bahnschrift Light" panose="020B0502040204020203" pitchFamily="34" charset="0"/>
                <a:sym typeface="Wingdings" panose="05000000000000000000" pitchFamily="2" charset="2"/>
              </a:rPr>
              <a:t> test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  <a:sym typeface="Wingdings" panose="05000000000000000000" pitchFamily="2" charset="2"/>
              </a:rPr>
              <a:t>	</a:t>
            </a:r>
            <a:r>
              <a:rPr lang="en-US" dirty="0">
                <a:sym typeface="Wingdings" panose="05000000000000000000" pitchFamily="2" charset="2"/>
              </a:rPr>
              <a:t>  create a directory called test (a surprise tool for later)</a:t>
            </a:r>
            <a:endParaRPr lang="en-US" dirty="0">
              <a:latin typeface="Bahnschrift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9115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9AEE4-9C8E-59A6-612B-D7B15E02C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it work with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92771-8458-8C95-271C-567892A06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4736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Ensure you are in openmc-env (not base)</a:t>
            </a:r>
          </a:p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conda</a:t>
            </a:r>
            <a:r>
              <a:rPr lang="en-US" dirty="0">
                <a:latin typeface="Bahnschrift Light" panose="020B0502040204020203" pitchFamily="34" charset="0"/>
              </a:rPr>
              <a:t> install </a:t>
            </a:r>
            <a:r>
              <a:rPr lang="en-US" dirty="0" err="1">
                <a:latin typeface="Bahnschrift Light" panose="020B0502040204020203" pitchFamily="34" charset="0"/>
              </a:rPr>
              <a:t>jupyter</a:t>
            </a:r>
            <a:r>
              <a:rPr lang="en-US" dirty="0">
                <a:latin typeface="Bahnschrift Light" panose="020B0502040204020203" pitchFamily="34" charset="0"/>
              </a:rPr>
              <a:t> </a:t>
            </a:r>
            <a:r>
              <a:rPr lang="en-US" dirty="0" err="1">
                <a:latin typeface="Bahnschrift Light" panose="020B0502040204020203" pitchFamily="34" charset="0"/>
              </a:rPr>
              <a:t>ipykernel</a:t>
            </a:r>
            <a:endParaRPr lang="en-US" dirty="0">
              <a:latin typeface="Bahnschrift Light" panose="020B0502040204020203" pitchFamily="34" charset="0"/>
            </a:endParaRP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Install </a:t>
            </a:r>
            <a:r>
              <a:rPr lang="en-US" dirty="0" err="1"/>
              <a:t>jupyter</a:t>
            </a:r>
            <a:r>
              <a:rPr lang="en-US" dirty="0"/>
              <a:t> inside your Conda environment</a:t>
            </a:r>
          </a:p>
          <a:p>
            <a:pPr marL="0" indent="0">
              <a:buNone/>
            </a:pPr>
            <a:r>
              <a:rPr lang="en-US" dirty="0"/>
              <a:t>Ensure you are in openmc-env (not base)</a:t>
            </a:r>
          </a:p>
          <a:p>
            <a:pPr marL="0" indent="0">
              <a:buNone/>
            </a:pPr>
            <a:r>
              <a:rPr lang="en-US" dirty="0">
                <a:latin typeface="Bahnschrift Light" panose="020B0502040204020203" pitchFamily="34" charset="0"/>
              </a:rPr>
              <a:t>cd ~/openmc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  navigate to the openmc directory</a:t>
            </a:r>
            <a:endParaRPr lang="en-US" dirty="0"/>
          </a:p>
          <a:p>
            <a:pPr marL="0" indent="0">
              <a:buNone/>
            </a:pPr>
            <a:r>
              <a:rPr lang="en-US" dirty="0" err="1">
                <a:latin typeface="Bahnschrift Light" panose="020B0502040204020203" pitchFamily="34" charset="0"/>
              </a:rPr>
              <a:t>jupyter</a:t>
            </a:r>
            <a:r>
              <a:rPr lang="en-US" dirty="0">
                <a:latin typeface="Bahnschrift Light" panose="020B0502040204020203" pitchFamily="34" charset="0"/>
              </a:rPr>
              <a:t>-notebook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  run </a:t>
            </a:r>
            <a:r>
              <a:rPr lang="en-US" dirty="0" err="1">
                <a:sym typeface="Wingdings" panose="05000000000000000000" pitchFamily="2" charset="2"/>
              </a:rPr>
              <a:t>jupyter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Open </a:t>
            </a:r>
            <a:r>
              <a:rPr lang="en-US" dirty="0" err="1">
                <a:sym typeface="Wingdings" panose="05000000000000000000" pitchFamily="2" charset="2"/>
              </a:rPr>
              <a:t>jupyter</a:t>
            </a:r>
            <a:r>
              <a:rPr lang="en-US" dirty="0">
                <a:sym typeface="Wingdings" panose="05000000000000000000" pitchFamily="2" charset="2"/>
              </a:rPr>
              <a:t> in a browser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If you have a </a:t>
            </a:r>
            <a:r>
              <a:rPr lang="en-US" dirty="0" err="1">
                <a:sym typeface="Wingdings" panose="05000000000000000000" pitchFamily="2" charset="2"/>
              </a:rPr>
              <a:t>jupyter</a:t>
            </a:r>
            <a:r>
              <a:rPr lang="en-US" dirty="0">
                <a:sym typeface="Wingdings" panose="05000000000000000000" pitchFamily="2" charset="2"/>
              </a:rPr>
              <a:t> instance running on your windows side it sometimes gets mixed up. If needed add the flag --port 9999 (or some other port so it doesn’t conflict)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044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451D4-A2FB-4678-E3F2-B7CDF7E13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that it all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A0EB2-75B3-6E76-B769-39B280596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696864"/>
            <a:ext cx="10058400" cy="48334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Open the test director</a:t>
            </a:r>
          </a:p>
          <a:p>
            <a:pPr marL="0" indent="0">
              <a:buNone/>
            </a:pPr>
            <a:r>
              <a:rPr lang="en-US" dirty="0"/>
              <a:t>Create a notebook called “test1.ipynb”</a:t>
            </a:r>
          </a:p>
          <a:p>
            <a:pPr marL="0" indent="0">
              <a:buNone/>
            </a:pPr>
            <a:r>
              <a:rPr lang="en-US" dirty="0"/>
              <a:t>Write and run these lines (if you get the same result, you have succeeded)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3394D-EC2D-73F4-15FE-80D775320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52" y="2997769"/>
            <a:ext cx="7230178" cy="3532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897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50467-659F-4455-0F6E-1A873AE0A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last couple notes: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CEB9DE-ABDA-F2CF-6683-0118B9ACC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don’t need a notebook to run openmc. I prefer to code it as a .</a:t>
            </a:r>
            <a:r>
              <a:rPr lang="en-US" dirty="0" err="1"/>
              <a:t>py</a:t>
            </a:r>
            <a:r>
              <a:rPr lang="en-US" dirty="0"/>
              <a:t> file and to run periodically to debug, but notebooks are really helpful for learning how it all works</a:t>
            </a:r>
          </a:p>
          <a:p>
            <a:r>
              <a:rPr lang="en-US" dirty="0"/>
              <a:t>The openmc documentation website is a great resource, refer to that often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014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D3F7C-73F2-5EC4-3B25-84266338D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You’ve made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F063C-6457-834A-02FE-462026144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Things to remember :</a:t>
            </a:r>
          </a:p>
          <a:p>
            <a:r>
              <a:rPr lang="en-US" dirty="0"/>
              <a:t>How to open WSL</a:t>
            </a:r>
          </a:p>
          <a:p>
            <a:r>
              <a:rPr lang="en-US" dirty="0"/>
              <a:t>How to pull files from </a:t>
            </a:r>
            <a:r>
              <a:rPr lang="en-US" dirty="0" err="1"/>
              <a:t>github</a:t>
            </a:r>
            <a:endParaRPr lang="en-US" dirty="0"/>
          </a:p>
          <a:p>
            <a:pPr lvl="1"/>
            <a:r>
              <a:rPr lang="en-US" dirty="0"/>
              <a:t>Be in the repository (</a:t>
            </a:r>
            <a:r>
              <a:rPr lang="en-US" dirty="0" err="1"/>
              <a:t>crash_course_openmc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Bahnschrift Light" panose="020B0502040204020203" pitchFamily="34" charset="0"/>
              </a:rPr>
              <a:t>git pull</a:t>
            </a:r>
            <a:endParaRPr lang="en-US" dirty="0"/>
          </a:p>
          <a:p>
            <a:r>
              <a:rPr lang="en-US" dirty="0"/>
              <a:t>How to activate the openmc environment</a:t>
            </a:r>
          </a:p>
          <a:p>
            <a:r>
              <a:rPr lang="en-US" dirty="0"/>
              <a:t>How to access files from the WSL filesystem</a:t>
            </a:r>
          </a:p>
          <a:p>
            <a:r>
              <a:rPr lang="en-US" dirty="0"/>
              <a:t>How to open </a:t>
            </a:r>
            <a:r>
              <a:rPr lang="en-US" dirty="0" err="1"/>
              <a:t>jupyter</a:t>
            </a:r>
            <a:r>
              <a:rPr lang="en-US" dirty="0"/>
              <a:t> notebook from WSL</a:t>
            </a:r>
          </a:p>
          <a:p>
            <a:pPr lvl="1"/>
            <a:r>
              <a:rPr lang="en-US" dirty="0">
                <a:latin typeface="Bahnschrift Light" panose="020B0502040204020203" pitchFamily="34" charset="0"/>
              </a:rPr>
              <a:t>cd ~/openmc</a:t>
            </a:r>
            <a:endParaRPr lang="en-US" dirty="0"/>
          </a:p>
          <a:p>
            <a:pPr lvl="1"/>
            <a:r>
              <a:rPr lang="en-US" dirty="0" err="1">
                <a:latin typeface="Bahnschrift Light" panose="020B0502040204020203" pitchFamily="34" charset="0"/>
              </a:rPr>
              <a:t>jupyter</a:t>
            </a:r>
            <a:r>
              <a:rPr lang="en-US" dirty="0">
                <a:latin typeface="Bahnschrift Light" panose="020B0502040204020203" pitchFamily="34" charset="0"/>
              </a:rPr>
              <a:t>-notebook</a:t>
            </a:r>
          </a:p>
          <a:p>
            <a:r>
              <a:rPr lang="en-US" dirty="0"/>
              <a:t>How to import openmc into a notebook and make sure it is working</a:t>
            </a:r>
            <a:endParaRPr lang="en-US" dirty="0">
              <a:latin typeface="Bahnschrift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08592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1083</TotalTime>
  <Words>1230</Words>
  <Application>Microsoft Office PowerPoint</Application>
  <PresentationFormat>Widescreen</PresentationFormat>
  <Paragraphs>125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Bahnschrift Light</vt:lpstr>
      <vt:lpstr>Rockwell</vt:lpstr>
      <vt:lpstr>Rockwell Condensed</vt:lpstr>
      <vt:lpstr>Wingdings</vt:lpstr>
      <vt:lpstr>Wood Type</vt:lpstr>
      <vt:lpstr>Helpful links / search queries / things to do before meeting</vt:lpstr>
      <vt:lpstr>OpenMC is cool</vt:lpstr>
      <vt:lpstr>Install openmc onto your machine</vt:lpstr>
      <vt:lpstr>Download WSL (Windows 11)</vt:lpstr>
      <vt:lpstr>Clone the git repository</vt:lpstr>
      <vt:lpstr>Download Miniconda in WSL  https://www.anaconda.com/docs/getting-started/miniconda/install#linux-2</vt:lpstr>
      <vt:lpstr>Conda-forge</vt:lpstr>
      <vt:lpstr>Create openmc environment with openmc package installed in it</vt:lpstr>
      <vt:lpstr>Download fundamental nuclear data</vt:lpstr>
      <vt:lpstr>…Continued</vt:lpstr>
      <vt:lpstr>… continued</vt:lpstr>
      <vt:lpstr>Make it work with jupyter notebook</vt:lpstr>
      <vt:lpstr>Test that it all works</vt:lpstr>
      <vt:lpstr>A last couple notes:</vt:lpstr>
      <vt:lpstr>You’ve made it!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Madsen</dc:creator>
  <cp:lastModifiedBy>William Madsen</cp:lastModifiedBy>
  <cp:revision>47</cp:revision>
  <dcterms:created xsi:type="dcterms:W3CDTF">2025-10-18T06:11:07Z</dcterms:created>
  <dcterms:modified xsi:type="dcterms:W3CDTF">2025-10-29T07:31:45Z</dcterms:modified>
</cp:coreProperties>
</file>